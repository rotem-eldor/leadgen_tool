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C3A3F"/>
                </a:solidFill>
                <a:latin typeface="Calibri"/>
              </a:rPr>
              <a:t>Game Lead 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97A7"/>
                </a:solidFill>
                <a:latin typeface="Calibri"/>
              </a:rPr>
              <a:t>Automated M&amp;A Intelligence for Mobile Games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37560"/>
            <a:ext cx="4114800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CrazyLabs  ·  Business Development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What is this tool?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743200" cy="32918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32918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3A3F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A3F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3A3F"/>
                </a:solidFill>
                <a:latin typeface="Calibri"/>
              </a:rPr>
              <a:t>Identify mobile games worth acquiring</a:t>
            </a:r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,</a:t>
            </a:r>
            <a:r>
              <a:rPr sz="1200" b="0" i="0" dirty="0">
                <a:solidFill>
                  <a:srgbClr val="1C3A3F"/>
                </a:solidFill>
                <a:latin typeface="Calibri"/>
              </a:rPr>
              <a:t>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743200" cy="32918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54864" cy="32918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3A3F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A3F"/>
                </a:solidFill>
                <a:latin typeface="Calibri"/>
              </a:rPr>
              <a:t>Data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97480"/>
            <a:ext cx="2377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3A3F"/>
                </a:solidFill>
                <a:latin typeface="Calibri"/>
              </a:rPr>
              <a:t>Sensor Tower top 10,000 games by downloads</a:t>
            </a:r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/revenue (</a:t>
            </a:r>
            <a:r>
              <a:rPr lang="en-US" sz="1200" b="0" i="0" dirty="0" err="1">
                <a:solidFill>
                  <a:srgbClr val="1C3A3F"/>
                </a:solidFill>
                <a:latin typeface="Calibri"/>
              </a:rPr>
              <a:t>absolut</a:t>
            </a:r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 or growth)</a:t>
            </a:r>
          </a:p>
          <a:p>
            <a:pPr algn="l"/>
            <a:endParaRPr lang="en-US" sz="1200" dirty="0">
              <a:solidFill>
                <a:srgbClr val="1C3A3F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1C3A3F"/>
                </a:solidFill>
                <a:latin typeface="Calibri"/>
              </a:rPr>
              <a:t>Google Play + App Store, worldwide.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743200" cy="32918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54864" cy="32918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3A3F"/>
                </a:solidFill>
                <a:latin typeface="Calibri"/>
              </a:rP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A3F"/>
                </a:solidFill>
                <a:latin typeface="Calibri"/>
              </a:rPr>
              <a:t>How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2377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3A3F"/>
                </a:solidFill>
                <a:latin typeface="Calibri"/>
              </a:rPr>
              <a:t>Every game is scored using a profit model</a:t>
            </a:r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 calculated with real data of over 30 games</a:t>
            </a:r>
            <a:endParaRPr sz="1200" b="0" i="0" dirty="0">
              <a:solidFill>
                <a:srgbClr val="1C3A3F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235440" y="1463040"/>
            <a:ext cx="2743200" cy="32918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1463040"/>
            <a:ext cx="54864" cy="32918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3A3F"/>
                </a:solidFill>
                <a:latin typeface="Calibri"/>
              </a:rPr>
              <a:t>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A3F"/>
                </a:solidFill>
                <a:latin typeface="Calibri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697480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3A3F"/>
                </a:solidFill>
                <a:latin typeface="Calibri"/>
              </a:rPr>
              <a:t>A live HTML dashboard: 4 tabs, sortable columns, notes, review tracking</a:t>
            </a:r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.</a:t>
            </a:r>
          </a:p>
          <a:p>
            <a:pPr algn="l"/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R</a:t>
            </a:r>
            <a:r>
              <a:rPr sz="1200" b="0" i="0" dirty="0">
                <a:solidFill>
                  <a:srgbClr val="1C3A3F"/>
                </a:solidFill>
                <a:latin typeface="Calibri"/>
              </a:rPr>
              <a:t>ebuilt every run.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02 · PROFIT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How we estimate profit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86868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3A3F"/>
                </a:solidFill>
                <a:latin typeface="Calibri"/>
              </a:rPr>
              <a:t>Revenue Per Download (RPD)  =  90-day Revenue ÷ 90-day Downloads  ÷ 3  =  monthly estimate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RPD determines which model applies: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3566160" cy="3749039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4864" cy="374903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3A3F"/>
                </a:solidFill>
                <a:latin typeface="Calibri"/>
              </a:rPr>
              <a:t>IAA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32004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RPD &lt; $0.10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1C3A3F"/>
                </a:solidFill>
                <a:latin typeface="Calibri"/>
              </a:rPr>
              <a:t>Downloads/</a:t>
            </a:r>
            <a:r>
              <a:rPr sz="1200" b="0" i="1" dirty="0" err="1">
                <a:solidFill>
                  <a:srgbClr val="1C3A3F"/>
                </a:solidFill>
                <a:latin typeface="Calibri"/>
              </a:rPr>
              <a:t>mo</a:t>
            </a:r>
            <a:r>
              <a:rPr sz="1200" b="0" i="1" dirty="0">
                <a:solidFill>
                  <a:srgbClr val="1C3A3F"/>
                </a:solidFill>
                <a:latin typeface="Calibri"/>
              </a:rPr>
              <a:t> × $0.10 × 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32004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  <a:latin typeface="Calibri"/>
              </a:rPr>
              <a:t>Pure ad-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monetised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games. Downloads drive revenue.
⚠️  </a:t>
            </a: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>High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median error — always verify manually.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468880"/>
            <a:ext cx="3566160" cy="3749039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4528" y="2468880"/>
            <a:ext cx="54864" cy="3749039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07408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3A3F"/>
                </a:solidFill>
                <a:latin typeface="Calibri"/>
              </a:rPr>
              <a:t>Blend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3063240"/>
            <a:ext cx="3200400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07408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C8"/>
                </a:solidFill>
                <a:latin typeface="Calibri"/>
              </a:rPr>
              <a:t>RPD ≥ $0.10  &amp;  Rev ≤ $1M/mo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520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3A3F"/>
                </a:solidFill>
                <a:latin typeface="Calibri"/>
              </a:rPr>
              <a:t>65% × Revenue  +  35% × IAA estimate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11480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Hybrid games with both ads and in-app purchases.
~33% median error — reasonable for screening.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468880"/>
            <a:ext cx="3566160" cy="3749039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1856" y="2468880"/>
            <a:ext cx="54864" cy="374903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74736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3A3F"/>
                </a:solidFill>
                <a:latin typeface="Calibri"/>
              </a:rPr>
              <a:t>IAP 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3063240"/>
            <a:ext cx="32004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74736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Revenue &gt; $1M/mo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3520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3A3F"/>
                </a:solidFill>
                <a:latin typeface="Calibri"/>
              </a:rPr>
              <a:t>42% ×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11480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Strong IAP titles. Revenue is the dominant signal.
~30% median error — most reliable model.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03 · CALIBRATION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How we validated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560320" cy="118872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97A7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848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anchor games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17320"/>
            <a:ext cx="2560320" cy="118872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15087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97A7"/>
                </a:solidFill>
                <a:latin typeface="Calibri"/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848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full-year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2560320" cy="118872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5087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97A7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0848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model types tested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417320"/>
            <a:ext cx="2560320" cy="118872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15087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97A7"/>
                </a:solidFill>
                <a:latin typeface="Calibri"/>
              </a:rPr>
              <a:t>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848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IAP margin (calibrated)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34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Sample anchor games (known 2025 monthly profit vs. model prediction):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10149840" cy="384048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310127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A3F"/>
                </a:solidFill>
                <a:latin typeface="Calibri"/>
              </a:rPr>
              <a:t>Game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3310127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A3F"/>
                </a:solidFill>
                <a:latin typeface="Calibri"/>
              </a:rPr>
              <a:t>Model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79" y="3310127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A3F"/>
                </a:solidFill>
                <a:latin typeface="Calibri"/>
              </a:rPr>
              <a:t>Actual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310127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A3F"/>
                </a:solidFill>
                <a:latin typeface="Calibri"/>
              </a:rPr>
              <a:t>Predicted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10127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A3F"/>
                </a:solidFill>
                <a:latin typeface="Calibri"/>
              </a:rPr>
              <a:t>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30168"/>
            <a:ext cx="10149840" cy="384048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694176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Zombie Waves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79" y="3694176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IAP 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79" y="3694176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$500K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694176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$1,213K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694176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  <a:latin typeface="Calibri"/>
              </a:rPr>
              <a:t>+143%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14215"/>
            <a:ext cx="10149840" cy="384048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078224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SuitU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79" y="4078224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IAP 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79" y="4078224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$820K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078224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$559K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078224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C00"/>
                </a:solidFill>
                <a:latin typeface="Calibri"/>
              </a:rPr>
              <a:t>-32%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98264"/>
            <a:ext cx="10149840" cy="384048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462272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Lamar – Idle Vlogger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79" y="4462272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IAA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79" y="4462272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$400K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462272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$210K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462272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C00"/>
                </a:solidFill>
                <a:latin typeface="Calibri"/>
              </a:rPr>
              <a:t>-47%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782312"/>
            <a:ext cx="10149840" cy="384048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4846320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Coffee Mania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79" y="4846320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Blend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79" y="4846320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$270K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846320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$247K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846320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-8%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166359"/>
            <a:ext cx="10149840" cy="384048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5230368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Heroes vs Hordes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79" y="5230368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Blend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79" y="5230368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$150K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5230368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$179K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230368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+19% 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Full calibration: 2 missing games (Dazzly, Royal Escape) — not in 2025 Sensor Tower export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04 · PUBLISHER EXCLUSIONS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Who we filter out —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438912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43891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3A3F"/>
                </a:solidFill>
                <a:latin typeface="Calibri"/>
              </a:rPr>
              <a:t>Hardcoded list  (80+ publishers)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200400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Major publishers we would never acquire — EA, Supercell, King, Tencent, Zynga, Kabam, Playtika, and 70+ more. Manually curated and updated as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463040"/>
            <a:ext cx="3566160" cy="438912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24528" y="1463040"/>
            <a:ext cx="54864" cy="43891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8" y="16276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3A3F"/>
                </a:solidFill>
                <a:latin typeface="Calibri"/>
              </a:rPr>
              <a:t>Auto-exclude rule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2240280"/>
            <a:ext cx="3200400" cy="3657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23774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Any publisher appearing 8 or more times in the filtered dataset is excluded automatically. Catches established studios not on the hardcoded list.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6" y="1463040"/>
            <a:ext cx="3566160" cy="438912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1463040"/>
            <a:ext cx="54864" cy="4389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4736" y="16276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3A3F"/>
                </a:solidFill>
                <a:latin typeface="Calibri"/>
              </a:rPr>
              <a:t>Calibration anchors  (30 games)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2240280"/>
            <a:ext cx="32004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74736" y="23774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Known benchmark games used to validate our profit model. Excluded from output so they never appear as new acquisition targets.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Result: output contains only independent, acquirable studios in the relevant profit range.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05 · DASHBOARD TABS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Growing · Stable · Declining · Returning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46634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📈 Growing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&gt; +10% revenue trend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Games gaining momentum — highest priority for outreach.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977639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⚠️  May already exist in Salesforce.
Cross-check before contacting.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651760" cy="46634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463040"/>
            <a:ext cx="2651760" cy="4114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➡️  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7A7"/>
                </a:solidFill>
                <a:latin typeface="Calibri"/>
              </a:rPr>
              <a:t>-10% to +10% revenue trend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359152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Consistent performers. Verified NOT in Salesforce — cleanest leads list.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977639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✅  Safe to act on immediately.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463040"/>
            <a:ext cx="2651760" cy="46634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1463040"/>
            <a:ext cx="265176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📉 Declining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&lt; -10% revenue trend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359152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Revenue falling. Could be a motivated seller — or a trap. Verify before pursuing.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77639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⚠️  May already exist in Salesforce.
Cross-check before contacting.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463040"/>
            <a:ext cx="2651760" cy="46634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61120" y="1463040"/>
            <a:ext cx="2651760" cy="4114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9828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🔄 Returning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C00"/>
                </a:solidFill>
                <a:latin typeface="Calibri"/>
              </a:rPr>
              <a:t>Cross-platform or prior-run signal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2359152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Games found on both Google Play AND App Store, or reappeared from a prior run.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3977639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98280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Strongest signal: performing across platforms.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63276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3A3F"/>
                </a:solidFill>
                <a:latin typeface="Calibri"/>
              </a:rPr>
              <a:t>Current run:   62 Growing   ·   66 Stable   ·   38 Declining   ·   97 Returning   =   263 total leads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06 · AUTOMATION  —  COMING SOON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Execute &amp; 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475488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4754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20116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A3F"/>
                </a:solidFill>
                <a:latin typeface="Calibri"/>
              </a:rPr>
              <a:t>⚡  EXECUTE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Sensor Tower API — 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3A3F"/>
                </a:solidFill>
                <a:latin typeface="Calibri"/>
              </a:rPr>
              <a:t>One-click full refresh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07208"/>
            <a:ext cx="484632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Connect to Sensor Tower API directly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Pull latest 90-day data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Re-run analysis and rebuild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No CSV exports, no manual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Schedule: runs every 1st of the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394960" cy="475488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54864" cy="475488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6520" y="1645920"/>
            <a:ext cx="2011680" cy="5029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691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A3F"/>
                </a:solidFill>
                <a:latin typeface="Calibri"/>
              </a:rPr>
              <a:t>⬆  UPLOAD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C8"/>
                </a:solidFill>
                <a:latin typeface="Calibri"/>
              </a:rPr>
              <a:t>Live today via local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31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3A3F"/>
                </a:solidFill>
                <a:latin typeface="Calibri"/>
              </a:rPr>
              <a:t>Manual CSV upload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807208"/>
            <a:ext cx="484632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Upload one or multiple CSV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Drag &amp; drop or file picker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Supports Google Play + App Store together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Cross-platform dedup runs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Dashboard reloads when complete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07 · SALESFORCE INTEGRATION  —  COMING SOON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Turning leads into a deal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493776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4937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C00"/>
                </a:solidFill>
                <a:latin typeface="Calibri"/>
              </a:rPr>
              <a:t>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29968"/>
            <a:ext cx="4663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Stable tab = verified not in 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Growing / Declining / Returning may overlap with existing CRM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4787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Manual cross-check required before outreach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937760"/>
            <a:ext cx="4937760" cy="123444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3A3F"/>
                </a:solidFill>
                <a:latin typeface="Calibri"/>
              </a:rPr>
              <a:t>💡  Once Salesforce is connected, all tabs will automatically show CRM deal status — no more manual cross-checking.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5669280" cy="493776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54864" cy="493776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7A7"/>
                </a:solidFill>
                <a:latin typeface="Calibri"/>
              </a:rPr>
              <a:t>Coming soon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29968"/>
            <a:ext cx="521208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1762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3F"/>
                </a:solidFill>
                <a:latin typeface="Calibri"/>
              </a:rPr>
              <a:t>Real-time dedup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60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Every game checked against Salesforce on each run — no duplicates 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82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3F"/>
                </a:solidFill>
                <a:latin typeface="Calibri"/>
              </a:rPr>
              <a:t>Deal stage overlay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66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See 'In Outreach', 'Meeting Booked', 'Pass' next to each game in the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87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3F"/>
                </a:solidFill>
                <a:latin typeface="Calibri"/>
              </a:rPr>
              <a:t>Auto-push leads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5720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New games pushed to Salesforce as Opportunities with pre-filled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1937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3F"/>
                </a:solidFill>
                <a:latin typeface="Calibri"/>
              </a:rPr>
              <a:t>Smart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5778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Games &gt; $100K auto-assigned to senior managers; geography-based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08 · WHAT ELSE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Details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150876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15087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A3F"/>
                </a:solidFill>
                <a:latin typeface="Calibri"/>
              </a:rPr>
              <a:t>Two profit ranges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A3F"/>
                </a:solidFill>
                <a:latin typeface="Calibri"/>
              </a:rPr>
              <a:t>Small targets: $60K–$150K/mo  |  Standard M&amp;A: $150K–$2M/mo
Same model, different filter. Run separately as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94960" cy="150876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727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A3F"/>
                </a:solidFill>
                <a:latin typeface="Calibri"/>
              </a:rPr>
              <a:t>Cross-platform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A3F"/>
                </a:solidFill>
                <a:latin typeface="Calibri"/>
              </a:rPr>
              <a:t>Games in the Returning tab were found on BOTH Google Play (worldwide) AND App Store (US).
Strongest possible signal — they perform across ecosystems.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27248"/>
            <a:ext cx="5394960" cy="150876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127248"/>
            <a:ext cx="54864" cy="1508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2369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A3F"/>
                </a:solidFill>
                <a:latin typeface="Calibri"/>
              </a:rPr>
              <a:t>IAA flag  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A3F"/>
                </a:solidFill>
                <a:latin typeface="Calibri"/>
              </a:rPr>
              <a:t>All IAA-model games are marked with ⚠️ in the dashboard.
Median error ~74% — always verify before presenting to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27248"/>
            <a:ext cx="5394960" cy="150876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127248"/>
            <a:ext cx="54864" cy="15087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2369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A3F"/>
                </a:solidFill>
                <a:latin typeface="Calibri"/>
              </a:rPr>
              <a:t>Added date is preserved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A3F"/>
                </a:solidFill>
                <a:latin typeface="Calibri"/>
              </a:rPr>
              <a:t>Every game remembers when it first appeared in the output.
Re-running the pipeline never resets historical dates.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91456"/>
            <a:ext cx="5394960" cy="150876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791456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9011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A3F"/>
                </a:solidFill>
                <a:latin typeface="Calibri"/>
              </a:rPr>
              <a:t>Model accuracy is honest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2180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A3F"/>
                </a:solidFill>
                <a:latin typeface="Calibri"/>
              </a:rPr>
              <a:t>IAA ~74% error  |  Blend ~33%  |  IAP High ~30%
This is a screening tool, not a valuation model. It surfaces candidates.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791456"/>
            <a:ext cx="5394960" cy="150876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791456"/>
            <a:ext cx="54864" cy="1508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9011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A3F"/>
                </a:solidFill>
                <a:latin typeface="Calibri"/>
              </a:rPr>
              <a:t>Notes &amp; review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2180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3A3F"/>
                </a:solidFill>
                <a:latin typeface="Calibri"/>
              </a:rPr>
              <a:t>Checkboxes and notes per game are saved in the browser (localStorage).
Summary card shows % reviewed and how many games have notes.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C3A3F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97A7"/>
                </a:solidFill>
                <a:latin typeface="Calibri"/>
              </a:rPr>
              <a:t>A fully automated, calibrated, and presentation-ready acquisition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9144000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2374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3A3F"/>
                </a:solidFill>
                <a:latin typeface="Calibri"/>
              </a:rPr>
              <a:t>Profit model calibrated against 30 real games with 2025 actuals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27248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358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3A3F"/>
                </a:solidFill>
                <a:latin typeface="Calibri"/>
              </a:rPr>
              <a:t>80+ publisher exclusions + auto-exclusion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94176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0273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3A3F"/>
                </a:solidFill>
                <a:latin typeface="Calibri"/>
              </a:rPr>
              <a:t>4-tab dashboard: Growing / Stable / Declining / Returning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61104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2245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696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3A3F"/>
                </a:solidFill>
                <a:latin typeface="Calibri"/>
              </a:rPr>
              <a:t>Cross-platform dedup: Google Play + App Store in one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28031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91455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365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3A3F"/>
                </a:solidFill>
                <a:latin typeface="Calibri"/>
              </a:rPr>
              <a:t>Date tracking, notes, review progress — all persisted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35838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303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3A3F"/>
                </a:solidFill>
                <a:latin typeface="Calibri"/>
              </a:rPr>
              <a:t>Upload button live today  ·  Execute + Salesforce coming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1159</Words>
  <Application>Microsoft Office PowerPoint</Application>
  <PresentationFormat>Custom</PresentationFormat>
  <Paragraphs>177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Rotem Eldor</cp:lastModifiedBy>
  <cp:revision>2</cp:revision>
  <dcterms:created xsi:type="dcterms:W3CDTF">2013-01-27T09:14:16Z</dcterms:created>
  <dcterms:modified xsi:type="dcterms:W3CDTF">2026-06-09T19:04:24Z</dcterms:modified>
  <cp:category/>
</cp:coreProperties>
</file>